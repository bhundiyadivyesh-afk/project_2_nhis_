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>
    <p:extLst>
      <p:ext uri="{19B8F6BF-5375-455C-9EA6-DF929625EA0E}">
        <p15:presenceInfo xmlns:p15="http://schemas.microsoft.com/office/powerpoint/2012/main" userId="lenov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350" autoAdjust="0"/>
  </p:normalViewPr>
  <p:slideViewPr>
    <p:cSldViewPr snapToGrid="0">
      <p:cViewPr varScale="1">
        <p:scale>
          <a:sx n="75" d="100"/>
          <a:sy n="75" d="100"/>
        </p:scale>
        <p:origin x="9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A6D343-0D1B-4D38-BCC6-5C2A703CDD9A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A757F8-D61E-4583-99BB-863FD2CA5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27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A757F8-D61E-4583-99BB-863FD2CA51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991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264F-0B4D-4B7B-89DC-1DB6C950E66C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51ED2-4BBF-40C5-AB54-29FB259C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147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264F-0B4D-4B7B-89DC-1DB6C950E66C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51ED2-4BBF-40C5-AB54-29FB259C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309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264F-0B4D-4B7B-89DC-1DB6C950E66C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51ED2-4BBF-40C5-AB54-29FB259C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775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264F-0B4D-4B7B-89DC-1DB6C950E66C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51ED2-4BBF-40C5-AB54-29FB259C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689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264F-0B4D-4B7B-89DC-1DB6C950E66C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51ED2-4BBF-40C5-AB54-29FB259C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22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264F-0B4D-4B7B-89DC-1DB6C950E66C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51ED2-4BBF-40C5-AB54-29FB259C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4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264F-0B4D-4B7B-89DC-1DB6C950E66C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51ED2-4BBF-40C5-AB54-29FB259C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49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264F-0B4D-4B7B-89DC-1DB6C950E66C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51ED2-4BBF-40C5-AB54-29FB259C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64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264F-0B4D-4B7B-89DC-1DB6C950E66C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51ED2-4BBF-40C5-AB54-29FB259C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45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264F-0B4D-4B7B-89DC-1DB6C950E66C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51ED2-4BBF-40C5-AB54-29FB259C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0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264F-0B4D-4B7B-89DC-1DB6C950E66C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51ED2-4BBF-40C5-AB54-29FB259C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20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264F-0B4D-4B7B-89DC-1DB6C950E66C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51ED2-4BBF-40C5-AB54-29FB259CBE9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966255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264F-0B4D-4B7B-89DC-1DB6C950E66C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51ED2-4BBF-40C5-AB54-29FB259C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8710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264F-0B4D-4B7B-89DC-1DB6C950E66C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51ED2-4BBF-40C5-AB54-29FB259C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6808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264F-0B4D-4B7B-89DC-1DB6C950E66C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51ED2-4BBF-40C5-AB54-29FB259C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8842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264F-0B4D-4B7B-89DC-1DB6C950E66C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51ED2-4BBF-40C5-AB54-29FB259C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846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264F-0B4D-4B7B-89DC-1DB6C950E66C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51ED2-4BBF-40C5-AB54-29FB259C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622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B3C264F-0B4D-4B7B-89DC-1DB6C950E66C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51ED2-4BBF-40C5-AB54-29FB259C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59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tkinter.html" TargetMode="External"/><Relationship Id="rId2" Type="http://schemas.openxmlformats.org/officeDocument/2006/relationships/hyperlink" Target="https://www.python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3schools.com/python/" TargetMode="External"/><Relationship Id="rId4" Type="http://schemas.openxmlformats.org/officeDocument/2006/relationships/hyperlink" Target="https://docs.python.org/3/library/math.html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0BB17-408C-CAA1-DA19-CDC5B8706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744" y="333067"/>
            <a:ext cx="11470512" cy="6191866"/>
          </a:xfrm>
        </p:spPr>
        <p:txBody>
          <a:bodyPr anchor="t"/>
          <a:lstStyle/>
          <a:p>
            <a:pPr algn="ctr"/>
            <a:r>
              <a:rPr lang="en-US" sz="6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Project-2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6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 Calculator by using Python</a:t>
            </a:r>
            <a:br>
              <a:rPr lang="en-US" sz="6600" dirty="0"/>
            </a:br>
            <a:br>
              <a:rPr lang="en-US" dirty="0"/>
            </a:br>
            <a:r>
              <a:rPr lang="en-US" sz="6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NextHikes IT Solutions </a:t>
            </a:r>
            <a:br>
              <a:rPr lang="en-US" sz="6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6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Divyesh Bhundiya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780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304C1-F73C-76A5-BF50-0E69B6999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665" y="268333"/>
            <a:ext cx="11551535" cy="1400530"/>
          </a:xfrm>
        </p:spPr>
        <p:txBody>
          <a:bodyPr/>
          <a:lstStyle/>
          <a:p>
            <a:pPr algn="ctr"/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E02D-41DC-E5BD-CBC1-15C7A6458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665" y="1076446"/>
            <a:ext cx="11551535" cy="5781554"/>
          </a:xfrm>
        </p:spPr>
        <p:txBody>
          <a:bodyPr anchor="t">
            <a:normAutofit fontScale="32500" lnSpcReduction="20000"/>
          </a:bodyPr>
          <a:lstStyle/>
          <a:p>
            <a:pPr lvl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sz="77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Introduction:</a:t>
            </a:r>
          </a:p>
          <a:p>
            <a:pPr lvl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6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 based calculator application</a:t>
            </a:r>
          </a:p>
          <a:p>
            <a:pPr lvl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6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Developed using Python and </a:t>
            </a:r>
            <a:r>
              <a:rPr lang="en-US" sz="6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Tkinter</a:t>
            </a:r>
            <a:r>
              <a:rPr lang="en-US" sz="6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library.</a:t>
            </a:r>
          </a:p>
          <a:p>
            <a:pPr lvl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6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Perform basic and arithmetic operations.</a:t>
            </a:r>
          </a:p>
          <a:p>
            <a:pPr lvl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6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Supports mouse and keyboard input</a:t>
            </a:r>
          </a:p>
          <a:p>
            <a:pPr lvl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sz="77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Objective:</a:t>
            </a:r>
          </a:p>
          <a:p>
            <a:pPr lvl="1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6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design  and implement a desktop-based  calculator application using Python and </a:t>
            </a:r>
            <a:r>
              <a:rPr lang="en-US" sz="6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Tkinter</a:t>
            </a:r>
            <a:r>
              <a:rPr lang="en-US" sz="6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lvl="1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6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understand the architecture of GUI applications  and widget hierarchy.</a:t>
            </a:r>
          </a:p>
          <a:p>
            <a:pPr lvl="1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6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dynamically evaluate mathematical expressions using Python’s </a:t>
            </a:r>
            <a:r>
              <a:rPr lang="en-US" sz="6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eval()</a:t>
            </a:r>
            <a:r>
              <a:rPr lang="en-US" sz="6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function.</a:t>
            </a:r>
          </a:p>
          <a:p>
            <a:pPr lvl="1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6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integrate the Math module for advanced operations like square root.</a:t>
            </a:r>
          </a:p>
        </p:txBody>
      </p:sp>
    </p:spTree>
    <p:extLst>
      <p:ext uri="{BB962C8B-B14F-4D97-AF65-F5344CB8AC3E}">
        <p14:creationId xmlns:p14="http://schemas.microsoft.com/office/powerpoint/2010/main" val="1875354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0E03A-A512-ADAB-9CA9-F2B090827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3FC10-C3DD-EFA1-058F-A825FB984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16" y="189612"/>
            <a:ext cx="11543821" cy="1400530"/>
          </a:xfrm>
        </p:spPr>
        <p:txBody>
          <a:bodyPr/>
          <a:lstStyle/>
          <a:p>
            <a:pPr algn="ctr"/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 Structure &amp;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FB101-6602-68D5-BCEC-F45060279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89" y="1079959"/>
            <a:ext cx="11543820" cy="5778041"/>
          </a:xfrm>
        </p:spPr>
        <p:txBody>
          <a:bodyPr>
            <a:normAutofit fontScale="92500" lnSpcReduction="10000"/>
          </a:bodyPr>
          <a:lstStyle/>
          <a:p>
            <a:pPr lvl="1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sz="27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Technologies: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Python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Core programming language used for implementing application logic and control flow.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Tkinter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Python built-in GUI toolkit used for creating the graphical user interface components.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 Module 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Utilized for performing mathematical operations such as square root calculation.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Eval() Function 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Dynamically evaluates user-entered arithmetic expressions at runtime.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endParaRPr lang="en-US" sz="2000" dirty="0"/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sz="27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 Structure: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Root Window Utilization 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</a:t>
            </a:r>
            <a:r>
              <a:rPr lang="en-US" sz="2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tk.Tk</a:t>
            </a:r>
            <a:r>
              <a:rPr 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 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used to initialize the main application window. Window properties like title, background color configured.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Display Management System 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</a:t>
            </a:r>
            <a:r>
              <a:rPr lang="en-US" sz="2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StringVar</a:t>
            </a:r>
            <a:r>
              <a:rPr 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 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used for dynamic value binding, Entry widget act as  the calculator display screen.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Main Event Loop Execution 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</a:t>
            </a:r>
            <a:r>
              <a:rPr lang="en-US" sz="2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mainloop</a:t>
            </a:r>
            <a:r>
              <a:rPr 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 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keeps the application running and continuously  listens for user interactions.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q"/>
            </a:pPr>
            <a:endParaRPr lang="en-US" dirty="0"/>
          </a:p>
          <a:p>
            <a:pPr marL="457200" lvl="1" indent="0">
              <a:buClr>
                <a:schemeClr val="tx1"/>
              </a:buCl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162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E3E43-6496-AAC3-CD56-410840E18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4F32C-C915-A444-73F9-04EC37582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793" y="108589"/>
            <a:ext cx="11338211" cy="1400530"/>
          </a:xfrm>
        </p:spPr>
        <p:txBody>
          <a:bodyPr/>
          <a:lstStyle/>
          <a:p>
            <a:pPr algn="ctr"/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Core Functionalities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2033F-B3BD-8329-DF7C-9A01E5198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93" y="897628"/>
            <a:ext cx="11338211" cy="5960372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Press()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Appends numbers and operators to the current expression string.</a:t>
            </a:r>
          </a:p>
          <a:p>
            <a:pPr lvl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Clear()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Resets the expression and restores default display value.</a:t>
            </a:r>
          </a:p>
          <a:p>
            <a:pPr lvl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Backspace()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Removes the last entered character dynamically.</a:t>
            </a:r>
          </a:p>
          <a:p>
            <a:pPr lvl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Equal()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Evaluates  the complete arithmetic  expression using eval()  and updates the display.</a:t>
            </a:r>
          </a:p>
          <a:p>
            <a:pPr lvl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Square()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Computes the square  of the evaluated expression.</a:t>
            </a:r>
          </a:p>
          <a:p>
            <a:pPr lvl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Sqrt()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Calculates square root using Python’s Math Module.</a:t>
            </a:r>
          </a:p>
          <a:p>
            <a:pPr lvl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Percent()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Conver the current value into percentage form.</a:t>
            </a:r>
          </a:p>
          <a:p>
            <a:pPr lvl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Dynamic Display Update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StringVar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 ensures real-time UI refresh.</a:t>
            </a:r>
          </a:p>
          <a:p>
            <a:pPr lvl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Keyboard Integration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Supports Enter, Backspace, Escape,  and numeric key inputs. 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q"/>
            </a:pPr>
            <a:endParaRPr lang="en-US" dirty="0"/>
          </a:p>
          <a:p>
            <a:pPr marL="457200" lvl="1" indent="0">
              <a:buClr>
                <a:schemeClr val="tx1"/>
              </a:buCl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192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EF2C9-69BC-87DC-3150-008BB7B78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8D9BA-3405-858B-E2A7-41793D317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92" y="224336"/>
            <a:ext cx="11528384" cy="1400530"/>
          </a:xfrm>
        </p:spPr>
        <p:txBody>
          <a:bodyPr/>
          <a:lstStyle/>
          <a:p>
            <a:pPr algn="ctr"/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 Design &amp;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1B9D4-F0C4-FC4F-5010-7617BED65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2" y="1157468"/>
            <a:ext cx="11528384" cy="5382227"/>
          </a:xfrm>
        </p:spPr>
        <p:txBody>
          <a:bodyPr>
            <a:normAutofit fontScale="92500" lnSpcReduction="20000"/>
          </a:bodyPr>
          <a:lstStyle/>
          <a:p>
            <a:pPr lvl="1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Modern Dark Theme Interface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Black background with contrasting text for better visual clarity  and reduced eye strain.</a:t>
            </a:r>
          </a:p>
          <a:p>
            <a:pPr lvl="1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Entry Widget as Display Screen 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Used to show expressions  and results  with right –aligned  formatting.</a:t>
            </a:r>
          </a:p>
          <a:p>
            <a:pPr lvl="1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Grid Layout System(6X4 Structure)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Organizes buttons  in a structured matrix  format.</a:t>
            </a:r>
          </a:p>
          <a:p>
            <a:pPr lvl="1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Row &amp; Column Configuration 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</a:t>
            </a:r>
            <a:r>
              <a:rPr 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rowconfigure</a:t>
            </a:r>
            <a:r>
              <a:rPr 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lang="en-US" sz="2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colconfigure</a:t>
            </a:r>
            <a:r>
              <a:rPr 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ensure balanced spacing  and proportional layout.</a:t>
            </a:r>
          </a:p>
          <a:p>
            <a:pPr lvl="1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Column Span Implementation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Larger buttons  like </a:t>
            </a:r>
            <a:r>
              <a:rPr 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“0”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“=“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span multiple  columns  for improved usability.</a:t>
            </a:r>
          </a:p>
          <a:p>
            <a:pPr lvl="1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Event-driven UI Updates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Interface  responds  instantly  to buttons  clicks  and keyboard inputs. </a:t>
            </a:r>
          </a:p>
          <a:p>
            <a:pPr marL="457200" lvl="1" indent="0">
              <a:buClr>
                <a:schemeClr val="tx1"/>
              </a:buCl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760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A0512-DF23-5C08-C594-20302AB64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23CE8-A922-5983-DEB8-2EEBCB558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390" y="342269"/>
            <a:ext cx="11435787" cy="1400530"/>
          </a:xfrm>
        </p:spPr>
        <p:txBody>
          <a:bodyPr/>
          <a:lstStyle/>
          <a:p>
            <a:pPr algn="ctr"/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Application Output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573447-37C5-F3BC-B296-8E575192A9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5823" y="1135131"/>
            <a:ext cx="11435787" cy="5531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Displays a modern dark-themed calculator interface.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Clearly structured </a:t>
            </a:r>
            <a:r>
              <a:rPr lang="en-US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 × 4 </a:t>
            </a: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button layout using grid system.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Right-aligned display screen for expression and result visibility.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Functional buttons for arithmetic operations </a:t>
            </a:r>
            <a:r>
              <a:rPr lang="en-US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(+, −, ×, ÷)</a:t>
            </a: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Additional operation buttons: </a:t>
            </a:r>
            <a:r>
              <a:rPr lang="en-US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Square (x²), Square Root (√)</a:t>
            </a: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Percentage (%)</a:t>
            </a: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Dedicated control buttons: </a:t>
            </a:r>
            <a:r>
              <a:rPr lang="en-US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Clear (C)</a:t>
            </a: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Backspace (⌫)</a:t>
            </a: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Equal (=)</a:t>
            </a: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Real-time display update when numbers or operators are pressed.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Error message </a:t>
            </a:r>
            <a:r>
              <a:rPr lang="en-US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“Error”</a:t>
            </a: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shown for invalid expressions.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Supports both mouse clicks and keyboard inputs.</a:t>
            </a:r>
          </a:p>
        </p:txBody>
      </p:sp>
    </p:spTree>
    <p:extLst>
      <p:ext uri="{BB962C8B-B14F-4D97-AF65-F5344CB8AC3E}">
        <p14:creationId xmlns:p14="http://schemas.microsoft.com/office/powerpoint/2010/main" val="3598623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085CE-E052-6B67-491C-B0F8C67DC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1399-27A1-CFCE-C4C4-F7FC07BCE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342269"/>
            <a:ext cx="11501120" cy="1400530"/>
          </a:xfrm>
        </p:spPr>
        <p:txBody>
          <a:bodyPr/>
          <a:lstStyle/>
          <a:p>
            <a:pPr algn="ctr"/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r>
              <a:rPr lang="en-US" dirty="0"/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EF1BC3-EAC0-A998-9B10-A011871DD3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5440" y="1363351"/>
            <a:ext cx="11501120" cy="5379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Successfully developed a fully functional GUI-based calculator using Python.</a:t>
            </a:r>
          </a:p>
          <a:p>
            <a:pPr lvl="0" algn="just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Demonstrated practical implementation of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Tkinter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desktop application development.</a:t>
            </a:r>
          </a:p>
          <a:p>
            <a:pPr lvl="0" algn="just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Applied event-driven programming concepts through button clicks and keyboard bindings.</a:t>
            </a:r>
          </a:p>
          <a:p>
            <a:pPr lvl="0" algn="just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Implemented dynamic expression evaluation using eval() function.</a:t>
            </a:r>
          </a:p>
          <a:p>
            <a:pPr lvl="0" algn="just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Integrated mathematical operations using Python’s Math module.</a:t>
            </a:r>
          </a:p>
          <a:p>
            <a:pPr lvl="0" algn="just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Ensured program stability using exception handling mechanisms.</a:t>
            </a:r>
          </a:p>
          <a:p>
            <a:pPr lvl="0" algn="just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Improved understanding of GUI architecture, layout management, and modular programming.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endParaRPr lang="en-US" alt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517448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6B07C-2E79-EF41-8ECC-315ACCB55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7583A-66FC-A33C-7884-A64DF5778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65" y="342269"/>
            <a:ext cx="11458935" cy="1400530"/>
          </a:xfrm>
        </p:spPr>
        <p:txBody>
          <a:bodyPr/>
          <a:lstStyle/>
          <a:p>
            <a:pPr algn="ctr"/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Reference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9F80C0-E9A5-A96A-9A20-045EB82DCF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1965" y="890000"/>
            <a:ext cx="11428069" cy="451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/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https://www.python.org/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https://docs.python.org/3/library/tkinter</a:t>
            </a:r>
            <a:r>
              <a:rPr lang="en-US" dirty="0">
                <a:solidFill>
                  <a:srgbClr val="58C1B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html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https://docs.python.org/3/library/math</a:t>
            </a:r>
            <a:r>
              <a:rPr lang="en-US" dirty="0">
                <a:solidFill>
                  <a:srgbClr val="58C1B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html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https://www.w3schools.com/python/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800" dirty="0"/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621230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224A9-85A1-4429-24EC-81C55EA32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114" y="2513012"/>
            <a:ext cx="11377914" cy="1400530"/>
          </a:xfrm>
        </p:spPr>
        <p:txBody>
          <a:bodyPr/>
          <a:lstStyle/>
          <a:p>
            <a:pPr algn="ctr"/>
            <a:r>
              <a:rPr lang="en-US" sz="9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878272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166</TotalTime>
  <Words>661</Words>
  <Application>Microsoft Office PowerPoint</Application>
  <PresentationFormat>Widescreen</PresentationFormat>
  <Paragraphs>70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Century Gothic</vt:lpstr>
      <vt:lpstr>Tahoma</vt:lpstr>
      <vt:lpstr>Wingdings</vt:lpstr>
      <vt:lpstr>Wingdings 3</vt:lpstr>
      <vt:lpstr>Ion</vt:lpstr>
      <vt:lpstr>Project-2 GUI Calculator by using Python  NextHikes IT Solutions  By Divyesh Bhundiya  </vt:lpstr>
      <vt:lpstr>Introduction &amp; Objective</vt:lpstr>
      <vt:lpstr>Project Structure &amp; Technology</vt:lpstr>
      <vt:lpstr>Core Functionalities </vt:lpstr>
      <vt:lpstr>GUI Design &amp; Layout</vt:lpstr>
      <vt:lpstr>Application Output</vt:lpstr>
      <vt:lpstr>Conclusion </vt:lpstr>
      <vt:lpstr>Reference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5</cp:revision>
  <dcterms:created xsi:type="dcterms:W3CDTF">2026-02-19T14:00:08Z</dcterms:created>
  <dcterms:modified xsi:type="dcterms:W3CDTF">2026-02-19T17:03:43Z</dcterms:modified>
</cp:coreProperties>
</file>